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2" r:id="rId3"/>
    <p:sldId id="290" r:id="rId4"/>
    <p:sldId id="268" r:id="rId5"/>
    <p:sldId id="291" r:id="rId6"/>
    <p:sldId id="293" r:id="rId7"/>
  </p:sldIdLst>
  <p:sldSz cx="12192000" cy="6858000"/>
  <p:notesSz cx="6858000" cy="9144000"/>
  <p:defaultTextStyle>
    <a:defPPr>
      <a:defRPr lang="kn-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E59C98B-9D87-42AC-A8D7-96C981C64A48}">
          <p14:sldIdLst>
            <p14:sldId id="256"/>
            <p14:sldId id="292"/>
            <p14:sldId id="290"/>
          </p14:sldIdLst>
        </p14:section>
        <p14:section name="Untitled Section" id="{8B69FC08-F683-41AB-8E28-4F2F266EB846}">
          <p14:sldIdLst>
            <p14:sldId id="268"/>
            <p14:sldId id="291"/>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435BD0-3F04-4B96-948D-EA95621F435A}" v="25" dt="2025-11-20T13:11:41.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1F2B7-600F-5555-CA3F-90817860E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kn-IN"/>
          </a:p>
        </p:txBody>
      </p:sp>
      <p:sp>
        <p:nvSpPr>
          <p:cNvPr id="3" name="Subtitle 2">
            <a:extLst>
              <a:ext uri="{FF2B5EF4-FFF2-40B4-BE49-F238E27FC236}">
                <a16:creationId xmlns:a16="http://schemas.microsoft.com/office/drawing/2014/main" id="{1D95D676-DD49-F0DB-0E7A-674EDED586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kn-IN"/>
          </a:p>
        </p:txBody>
      </p:sp>
      <p:sp>
        <p:nvSpPr>
          <p:cNvPr id="4" name="Date Placeholder 3">
            <a:extLst>
              <a:ext uri="{FF2B5EF4-FFF2-40B4-BE49-F238E27FC236}">
                <a16:creationId xmlns:a16="http://schemas.microsoft.com/office/drawing/2014/main" id="{4D639DFE-760E-8A03-65DD-4EB36816EFF7}"/>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5" name="Footer Placeholder 4">
            <a:extLst>
              <a:ext uri="{FF2B5EF4-FFF2-40B4-BE49-F238E27FC236}">
                <a16:creationId xmlns:a16="http://schemas.microsoft.com/office/drawing/2014/main" id="{73FD2396-60F1-1FBE-4D5A-CED714BB93DA}"/>
              </a:ext>
            </a:extLst>
          </p:cNvPr>
          <p:cNvSpPr>
            <a:spLocks noGrp="1"/>
          </p:cNvSpPr>
          <p:nvPr>
            <p:ph type="ftr" sz="quarter" idx="11"/>
          </p:nvPr>
        </p:nvSpPr>
        <p:spPr/>
        <p:txBody>
          <a:bodyPr/>
          <a:lstStyle/>
          <a:p>
            <a:endParaRPr lang="kn-IN"/>
          </a:p>
        </p:txBody>
      </p:sp>
      <p:sp>
        <p:nvSpPr>
          <p:cNvPr id="6" name="Slide Number Placeholder 5">
            <a:extLst>
              <a:ext uri="{FF2B5EF4-FFF2-40B4-BE49-F238E27FC236}">
                <a16:creationId xmlns:a16="http://schemas.microsoft.com/office/drawing/2014/main" id="{899E65E7-98EB-0C26-7366-1A973C79B816}"/>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3332303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33B39-4F96-78CB-00BF-3DAD8B829C8C}"/>
              </a:ext>
            </a:extLst>
          </p:cNvPr>
          <p:cNvSpPr>
            <a:spLocks noGrp="1"/>
          </p:cNvSpPr>
          <p:nvPr>
            <p:ph type="title"/>
          </p:nvPr>
        </p:nvSpPr>
        <p:spPr/>
        <p:txBody>
          <a:bodyPr/>
          <a:lstStyle/>
          <a:p>
            <a:r>
              <a:rPr lang="en-US"/>
              <a:t>Click to edit Master title style</a:t>
            </a:r>
            <a:endParaRPr lang="kn-IN"/>
          </a:p>
        </p:txBody>
      </p:sp>
      <p:sp>
        <p:nvSpPr>
          <p:cNvPr id="3" name="Content Placeholder 2">
            <a:extLst>
              <a:ext uri="{FF2B5EF4-FFF2-40B4-BE49-F238E27FC236}">
                <a16:creationId xmlns:a16="http://schemas.microsoft.com/office/drawing/2014/main" id="{09D5EBF3-24C6-A067-A62D-8DDC8F4C37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4" name="Date Placeholder 3">
            <a:extLst>
              <a:ext uri="{FF2B5EF4-FFF2-40B4-BE49-F238E27FC236}">
                <a16:creationId xmlns:a16="http://schemas.microsoft.com/office/drawing/2014/main" id="{C32961CD-803B-58C0-8689-99FC783D5808}"/>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5" name="Footer Placeholder 4">
            <a:extLst>
              <a:ext uri="{FF2B5EF4-FFF2-40B4-BE49-F238E27FC236}">
                <a16:creationId xmlns:a16="http://schemas.microsoft.com/office/drawing/2014/main" id="{DED9055A-2C41-8303-4870-27E83E3F821A}"/>
              </a:ext>
            </a:extLst>
          </p:cNvPr>
          <p:cNvSpPr>
            <a:spLocks noGrp="1"/>
          </p:cNvSpPr>
          <p:nvPr>
            <p:ph type="ftr" sz="quarter" idx="11"/>
          </p:nvPr>
        </p:nvSpPr>
        <p:spPr/>
        <p:txBody>
          <a:bodyPr/>
          <a:lstStyle/>
          <a:p>
            <a:endParaRPr lang="kn-IN"/>
          </a:p>
        </p:txBody>
      </p:sp>
      <p:sp>
        <p:nvSpPr>
          <p:cNvPr id="6" name="Slide Number Placeholder 5">
            <a:extLst>
              <a:ext uri="{FF2B5EF4-FFF2-40B4-BE49-F238E27FC236}">
                <a16:creationId xmlns:a16="http://schemas.microsoft.com/office/drawing/2014/main" id="{59A2D10B-2CC2-7857-197C-BE16847403B6}"/>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439855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E170C-2EBC-F0CF-ED96-9EF81D26B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kn-IN"/>
          </a:p>
        </p:txBody>
      </p:sp>
      <p:sp>
        <p:nvSpPr>
          <p:cNvPr id="3" name="Text Placeholder 2">
            <a:extLst>
              <a:ext uri="{FF2B5EF4-FFF2-40B4-BE49-F238E27FC236}">
                <a16:creationId xmlns:a16="http://schemas.microsoft.com/office/drawing/2014/main" id="{648E3E5F-2746-1BA4-49A8-E6C31EDFD4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D4D120-A60B-79AC-BFAA-8F1C0E7B1B0F}"/>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5" name="Footer Placeholder 4">
            <a:extLst>
              <a:ext uri="{FF2B5EF4-FFF2-40B4-BE49-F238E27FC236}">
                <a16:creationId xmlns:a16="http://schemas.microsoft.com/office/drawing/2014/main" id="{DFEDBCD3-14F5-C849-F573-050861479E87}"/>
              </a:ext>
            </a:extLst>
          </p:cNvPr>
          <p:cNvSpPr>
            <a:spLocks noGrp="1"/>
          </p:cNvSpPr>
          <p:nvPr>
            <p:ph type="ftr" sz="quarter" idx="11"/>
          </p:nvPr>
        </p:nvSpPr>
        <p:spPr/>
        <p:txBody>
          <a:bodyPr/>
          <a:lstStyle/>
          <a:p>
            <a:endParaRPr lang="kn-IN"/>
          </a:p>
        </p:txBody>
      </p:sp>
      <p:sp>
        <p:nvSpPr>
          <p:cNvPr id="6" name="Slide Number Placeholder 5">
            <a:extLst>
              <a:ext uri="{FF2B5EF4-FFF2-40B4-BE49-F238E27FC236}">
                <a16:creationId xmlns:a16="http://schemas.microsoft.com/office/drawing/2014/main" id="{6C0DBD4C-0E1C-1F19-E492-7F22C2130517}"/>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1598364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22EF8-B0FF-AAAE-73B0-E510EE2904E8}"/>
              </a:ext>
            </a:extLst>
          </p:cNvPr>
          <p:cNvSpPr>
            <a:spLocks noGrp="1"/>
          </p:cNvSpPr>
          <p:nvPr>
            <p:ph type="title"/>
          </p:nvPr>
        </p:nvSpPr>
        <p:spPr/>
        <p:txBody>
          <a:bodyPr/>
          <a:lstStyle/>
          <a:p>
            <a:r>
              <a:rPr lang="en-US"/>
              <a:t>Click to edit Master title style</a:t>
            </a:r>
            <a:endParaRPr lang="kn-IN"/>
          </a:p>
        </p:txBody>
      </p:sp>
      <p:sp>
        <p:nvSpPr>
          <p:cNvPr id="3" name="Content Placeholder 2">
            <a:extLst>
              <a:ext uri="{FF2B5EF4-FFF2-40B4-BE49-F238E27FC236}">
                <a16:creationId xmlns:a16="http://schemas.microsoft.com/office/drawing/2014/main" id="{1CB28D62-A1C1-28B0-A97F-EB2B382EF8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4" name="Content Placeholder 3">
            <a:extLst>
              <a:ext uri="{FF2B5EF4-FFF2-40B4-BE49-F238E27FC236}">
                <a16:creationId xmlns:a16="http://schemas.microsoft.com/office/drawing/2014/main" id="{5D1B529C-2F5D-76D0-9BF6-68BB752E4E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5" name="Date Placeholder 4">
            <a:extLst>
              <a:ext uri="{FF2B5EF4-FFF2-40B4-BE49-F238E27FC236}">
                <a16:creationId xmlns:a16="http://schemas.microsoft.com/office/drawing/2014/main" id="{0BCF0B8C-C10B-C8DB-6EE0-95D85C3B7CF9}"/>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6" name="Footer Placeholder 5">
            <a:extLst>
              <a:ext uri="{FF2B5EF4-FFF2-40B4-BE49-F238E27FC236}">
                <a16:creationId xmlns:a16="http://schemas.microsoft.com/office/drawing/2014/main" id="{5B9DA2DB-D468-9D97-706C-813A6BDF1F53}"/>
              </a:ext>
            </a:extLst>
          </p:cNvPr>
          <p:cNvSpPr>
            <a:spLocks noGrp="1"/>
          </p:cNvSpPr>
          <p:nvPr>
            <p:ph type="ftr" sz="quarter" idx="11"/>
          </p:nvPr>
        </p:nvSpPr>
        <p:spPr/>
        <p:txBody>
          <a:bodyPr/>
          <a:lstStyle/>
          <a:p>
            <a:endParaRPr lang="kn-IN"/>
          </a:p>
        </p:txBody>
      </p:sp>
      <p:sp>
        <p:nvSpPr>
          <p:cNvPr id="7" name="Slide Number Placeholder 6">
            <a:extLst>
              <a:ext uri="{FF2B5EF4-FFF2-40B4-BE49-F238E27FC236}">
                <a16:creationId xmlns:a16="http://schemas.microsoft.com/office/drawing/2014/main" id="{92854250-6C27-73F7-611A-FCD096910354}"/>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1068986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508E-3743-772E-1DB0-8202128446E5}"/>
              </a:ext>
            </a:extLst>
          </p:cNvPr>
          <p:cNvSpPr>
            <a:spLocks noGrp="1"/>
          </p:cNvSpPr>
          <p:nvPr>
            <p:ph type="title"/>
          </p:nvPr>
        </p:nvSpPr>
        <p:spPr>
          <a:xfrm>
            <a:off x="839788" y="365125"/>
            <a:ext cx="10515600" cy="1325563"/>
          </a:xfrm>
        </p:spPr>
        <p:txBody>
          <a:bodyPr/>
          <a:lstStyle/>
          <a:p>
            <a:r>
              <a:rPr lang="en-US"/>
              <a:t>Click to edit Master title style</a:t>
            </a:r>
            <a:endParaRPr lang="kn-IN"/>
          </a:p>
        </p:txBody>
      </p:sp>
      <p:sp>
        <p:nvSpPr>
          <p:cNvPr id="3" name="Text Placeholder 2">
            <a:extLst>
              <a:ext uri="{FF2B5EF4-FFF2-40B4-BE49-F238E27FC236}">
                <a16:creationId xmlns:a16="http://schemas.microsoft.com/office/drawing/2014/main" id="{F7BD9D02-3261-AC70-7B2A-E76FAC1A44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C3B0BB-9F0E-B1E7-4498-66517FC7D8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5" name="Text Placeholder 4">
            <a:extLst>
              <a:ext uri="{FF2B5EF4-FFF2-40B4-BE49-F238E27FC236}">
                <a16:creationId xmlns:a16="http://schemas.microsoft.com/office/drawing/2014/main" id="{FD517378-5E93-F413-C0C5-D65BE44BF9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E85562-9548-D84E-4940-D9951DB8CD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7" name="Date Placeholder 6">
            <a:extLst>
              <a:ext uri="{FF2B5EF4-FFF2-40B4-BE49-F238E27FC236}">
                <a16:creationId xmlns:a16="http://schemas.microsoft.com/office/drawing/2014/main" id="{ED2086DF-988E-3BC2-5FC3-DF8DFF50285B}"/>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8" name="Footer Placeholder 7">
            <a:extLst>
              <a:ext uri="{FF2B5EF4-FFF2-40B4-BE49-F238E27FC236}">
                <a16:creationId xmlns:a16="http://schemas.microsoft.com/office/drawing/2014/main" id="{6164D10B-E12B-7A4F-7AF8-DB302AC5DFF7}"/>
              </a:ext>
            </a:extLst>
          </p:cNvPr>
          <p:cNvSpPr>
            <a:spLocks noGrp="1"/>
          </p:cNvSpPr>
          <p:nvPr>
            <p:ph type="ftr" sz="quarter" idx="11"/>
          </p:nvPr>
        </p:nvSpPr>
        <p:spPr/>
        <p:txBody>
          <a:bodyPr/>
          <a:lstStyle/>
          <a:p>
            <a:endParaRPr lang="kn-IN"/>
          </a:p>
        </p:txBody>
      </p:sp>
      <p:sp>
        <p:nvSpPr>
          <p:cNvPr id="9" name="Slide Number Placeholder 8">
            <a:extLst>
              <a:ext uri="{FF2B5EF4-FFF2-40B4-BE49-F238E27FC236}">
                <a16:creationId xmlns:a16="http://schemas.microsoft.com/office/drawing/2014/main" id="{EF667383-30CA-9A8B-DE4F-0046F3CEAF81}"/>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355935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30BB2-75CF-B126-8C25-54074CDD4FDE}"/>
              </a:ext>
            </a:extLst>
          </p:cNvPr>
          <p:cNvSpPr>
            <a:spLocks noGrp="1"/>
          </p:cNvSpPr>
          <p:nvPr>
            <p:ph type="title"/>
          </p:nvPr>
        </p:nvSpPr>
        <p:spPr/>
        <p:txBody>
          <a:bodyPr/>
          <a:lstStyle/>
          <a:p>
            <a:r>
              <a:rPr lang="en-US"/>
              <a:t>Click to edit Master title style</a:t>
            </a:r>
            <a:endParaRPr lang="kn-IN"/>
          </a:p>
        </p:txBody>
      </p:sp>
      <p:sp>
        <p:nvSpPr>
          <p:cNvPr id="3" name="Date Placeholder 2">
            <a:extLst>
              <a:ext uri="{FF2B5EF4-FFF2-40B4-BE49-F238E27FC236}">
                <a16:creationId xmlns:a16="http://schemas.microsoft.com/office/drawing/2014/main" id="{34104CAD-8C48-3EE5-29D3-3D8D641EFA0E}"/>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4" name="Footer Placeholder 3">
            <a:extLst>
              <a:ext uri="{FF2B5EF4-FFF2-40B4-BE49-F238E27FC236}">
                <a16:creationId xmlns:a16="http://schemas.microsoft.com/office/drawing/2014/main" id="{8F4EDE7B-339E-F677-3FA6-7A595DFE3E18}"/>
              </a:ext>
            </a:extLst>
          </p:cNvPr>
          <p:cNvSpPr>
            <a:spLocks noGrp="1"/>
          </p:cNvSpPr>
          <p:nvPr>
            <p:ph type="ftr" sz="quarter" idx="11"/>
          </p:nvPr>
        </p:nvSpPr>
        <p:spPr/>
        <p:txBody>
          <a:bodyPr/>
          <a:lstStyle/>
          <a:p>
            <a:endParaRPr lang="kn-IN"/>
          </a:p>
        </p:txBody>
      </p:sp>
      <p:sp>
        <p:nvSpPr>
          <p:cNvPr id="5" name="Slide Number Placeholder 4">
            <a:extLst>
              <a:ext uri="{FF2B5EF4-FFF2-40B4-BE49-F238E27FC236}">
                <a16:creationId xmlns:a16="http://schemas.microsoft.com/office/drawing/2014/main" id="{3E8DF4EC-133F-971E-2A87-B35C4608D626}"/>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3142143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959871-A80A-0A81-E4AD-1F7A4BD3FFD6}"/>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3" name="Footer Placeholder 2">
            <a:extLst>
              <a:ext uri="{FF2B5EF4-FFF2-40B4-BE49-F238E27FC236}">
                <a16:creationId xmlns:a16="http://schemas.microsoft.com/office/drawing/2014/main" id="{9CB8B2C8-2BE0-232E-5F39-C81072CF2900}"/>
              </a:ext>
            </a:extLst>
          </p:cNvPr>
          <p:cNvSpPr>
            <a:spLocks noGrp="1"/>
          </p:cNvSpPr>
          <p:nvPr>
            <p:ph type="ftr" sz="quarter" idx="11"/>
          </p:nvPr>
        </p:nvSpPr>
        <p:spPr/>
        <p:txBody>
          <a:bodyPr/>
          <a:lstStyle/>
          <a:p>
            <a:endParaRPr lang="kn-IN"/>
          </a:p>
        </p:txBody>
      </p:sp>
      <p:sp>
        <p:nvSpPr>
          <p:cNvPr id="4" name="Slide Number Placeholder 3">
            <a:extLst>
              <a:ext uri="{FF2B5EF4-FFF2-40B4-BE49-F238E27FC236}">
                <a16:creationId xmlns:a16="http://schemas.microsoft.com/office/drawing/2014/main" id="{F5A7183C-AB4E-7992-F405-F47FF94A5708}"/>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4081397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EC5F4-2351-17E6-3F15-522623CD9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kn-IN"/>
          </a:p>
        </p:txBody>
      </p:sp>
      <p:sp>
        <p:nvSpPr>
          <p:cNvPr id="3" name="Content Placeholder 2">
            <a:extLst>
              <a:ext uri="{FF2B5EF4-FFF2-40B4-BE49-F238E27FC236}">
                <a16:creationId xmlns:a16="http://schemas.microsoft.com/office/drawing/2014/main" id="{A8271FF8-721F-1D92-620F-E8310F534C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4" name="Text Placeholder 3">
            <a:extLst>
              <a:ext uri="{FF2B5EF4-FFF2-40B4-BE49-F238E27FC236}">
                <a16:creationId xmlns:a16="http://schemas.microsoft.com/office/drawing/2014/main" id="{ADA9ED35-C119-5B66-2AD9-9003FE7E9B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824C7D-819C-5300-B676-3DC75B0C318D}"/>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6" name="Footer Placeholder 5">
            <a:extLst>
              <a:ext uri="{FF2B5EF4-FFF2-40B4-BE49-F238E27FC236}">
                <a16:creationId xmlns:a16="http://schemas.microsoft.com/office/drawing/2014/main" id="{67500B28-B88B-61D7-CD35-68AE72EA2C35}"/>
              </a:ext>
            </a:extLst>
          </p:cNvPr>
          <p:cNvSpPr>
            <a:spLocks noGrp="1"/>
          </p:cNvSpPr>
          <p:nvPr>
            <p:ph type="ftr" sz="quarter" idx="11"/>
          </p:nvPr>
        </p:nvSpPr>
        <p:spPr/>
        <p:txBody>
          <a:bodyPr/>
          <a:lstStyle/>
          <a:p>
            <a:endParaRPr lang="kn-IN"/>
          </a:p>
        </p:txBody>
      </p:sp>
      <p:sp>
        <p:nvSpPr>
          <p:cNvPr id="7" name="Slide Number Placeholder 6">
            <a:extLst>
              <a:ext uri="{FF2B5EF4-FFF2-40B4-BE49-F238E27FC236}">
                <a16:creationId xmlns:a16="http://schemas.microsoft.com/office/drawing/2014/main" id="{54FF6E7B-4A30-537B-02F6-8E93C96CEE2E}"/>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3232173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4785D-6BF6-724C-57C2-B8D6709645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kn-IN"/>
          </a:p>
        </p:txBody>
      </p:sp>
      <p:sp>
        <p:nvSpPr>
          <p:cNvPr id="3" name="Picture Placeholder 2">
            <a:extLst>
              <a:ext uri="{FF2B5EF4-FFF2-40B4-BE49-F238E27FC236}">
                <a16:creationId xmlns:a16="http://schemas.microsoft.com/office/drawing/2014/main" id="{4CCE9C15-95AB-9435-1803-ED5150C587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n-IN"/>
          </a:p>
        </p:txBody>
      </p:sp>
      <p:sp>
        <p:nvSpPr>
          <p:cNvPr id="4" name="Text Placeholder 3">
            <a:extLst>
              <a:ext uri="{FF2B5EF4-FFF2-40B4-BE49-F238E27FC236}">
                <a16:creationId xmlns:a16="http://schemas.microsoft.com/office/drawing/2014/main" id="{BCCBED3F-D758-353A-58B7-ED6CFE8AD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BF5D3-6709-B5A8-23F1-D2EE78895CD6}"/>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6" name="Footer Placeholder 5">
            <a:extLst>
              <a:ext uri="{FF2B5EF4-FFF2-40B4-BE49-F238E27FC236}">
                <a16:creationId xmlns:a16="http://schemas.microsoft.com/office/drawing/2014/main" id="{4944420F-BF11-5D86-B720-F5ACC0FF346F}"/>
              </a:ext>
            </a:extLst>
          </p:cNvPr>
          <p:cNvSpPr>
            <a:spLocks noGrp="1"/>
          </p:cNvSpPr>
          <p:nvPr>
            <p:ph type="ftr" sz="quarter" idx="11"/>
          </p:nvPr>
        </p:nvSpPr>
        <p:spPr/>
        <p:txBody>
          <a:bodyPr/>
          <a:lstStyle/>
          <a:p>
            <a:endParaRPr lang="kn-IN"/>
          </a:p>
        </p:txBody>
      </p:sp>
      <p:sp>
        <p:nvSpPr>
          <p:cNvPr id="7" name="Slide Number Placeholder 6">
            <a:extLst>
              <a:ext uri="{FF2B5EF4-FFF2-40B4-BE49-F238E27FC236}">
                <a16:creationId xmlns:a16="http://schemas.microsoft.com/office/drawing/2014/main" id="{311F9708-7154-E510-3C4B-0B72E58CF3BF}"/>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3284471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8CE78-2555-3D1A-E649-838BEF34D59A}"/>
              </a:ext>
            </a:extLst>
          </p:cNvPr>
          <p:cNvSpPr>
            <a:spLocks noGrp="1"/>
          </p:cNvSpPr>
          <p:nvPr>
            <p:ph type="title"/>
          </p:nvPr>
        </p:nvSpPr>
        <p:spPr/>
        <p:txBody>
          <a:bodyPr/>
          <a:lstStyle/>
          <a:p>
            <a:r>
              <a:rPr lang="en-US"/>
              <a:t>Click to edit Master title style</a:t>
            </a:r>
            <a:endParaRPr lang="kn-IN"/>
          </a:p>
        </p:txBody>
      </p:sp>
      <p:sp>
        <p:nvSpPr>
          <p:cNvPr id="3" name="Vertical Text Placeholder 2">
            <a:extLst>
              <a:ext uri="{FF2B5EF4-FFF2-40B4-BE49-F238E27FC236}">
                <a16:creationId xmlns:a16="http://schemas.microsoft.com/office/drawing/2014/main" id="{35F40824-440D-7106-C87A-EEA6ECBEDE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4" name="Date Placeholder 3">
            <a:extLst>
              <a:ext uri="{FF2B5EF4-FFF2-40B4-BE49-F238E27FC236}">
                <a16:creationId xmlns:a16="http://schemas.microsoft.com/office/drawing/2014/main" id="{FF137E3B-F8EC-0C07-204E-9FFB0254C87F}"/>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5" name="Footer Placeholder 4">
            <a:extLst>
              <a:ext uri="{FF2B5EF4-FFF2-40B4-BE49-F238E27FC236}">
                <a16:creationId xmlns:a16="http://schemas.microsoft.com/office/drawing/2014/main" id="{2AEDF2EB-3C95-2E4F-A3E7-CDDB7C8172D0}"/>
              </a:ext>
            </a:extLst>
          </p:cNvPr>
          <p:cNvSpPr>
            <a:spLocks noGrp="1"/>
          </p:cNvSpPr>
          <p:nvPr>
            <p:ph type="ftr" sz="quarter" idx="11"/>
          </p:nvPr>
        </p:nvSpPr>
        <p:spPr/>
        <p:txBody>
          <a:bodyPr/>
          <a:lstStyle/>
          <a:p>
            <a:endParaRPr lang="kn-IN"/>
          </a:p>
        </p:txBody>
      </p:sp>
      <p:sp>
        <p:nvSpPr>
          <p:cNvPr id="6" name="Slide Number Placeholder 5">
            <a:extLst>
              <a:ext uri="{FF2B5EF4-FFF2-40B4-BE49-F238E27FC236}">
                <a16:creationId xmlns:a16="http://schemas.microsoft.com/office/drawing/2014/main" id="{D4975806-F717-3D5A-8612-EEA8B7784BB9}"/>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120685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ECFCC0-E155-87CC-ECC1-783E706751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kn-IN"/>
          </a:p>
        </p:txBody>
      </p:sp>
      <p:sp>
        <p:nvSpPr>
          <p:cNvPr id="3" name="Vertical Text Placeholder 2">
            <a:extLst>
              <a:ext uri="{FF2B5EF4-FFF2-40B4-BE49-F238E27FC236}">
                <a16:creationId xmlns:a16="http://schemas.microsoft.com/office/drawing/2014/main" id="{E02ABD2C-ED2E-83E6-8039-895E68908D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4" name="Date Placeholder 3">
            <a:extLst>
              <a:ext uri="{FF2B5EF4-FFF2-40B4-BE49-F238E27FC236}">
                <a16:creationId xmlns:a16="http://schemas.microsoft.com/office/drawing/2014/main" id="{8BC9B0EB-6825-D30B-48AD-ADDAD5A33FE7}"/>
              </a:ext>
            </a:extLst>
          </p:cNvPr>
          <p:cNvSpPr>
            <a:spLocks noGrp="1"/>
          </p:cNvSpPr>
          <p:nvPr>
            <p:ph type="dt" sz="half" idx="10"/>
          </p:nvPr>
        </p:nvSpPr>
        <p:spPr/>
        <p:txBody>
          <a:bodyPr/>
          <a:lstStyle/>
          <a:p>
            <a:fld id="{BCCDD71E-FEE1-4E40-BCB5-C0B3EF1ED007}" type="datetimeFigureOut">
              <a:rPr lang="kn-IN" smtClean="0"/>
              <a:t>20-11-25</a:t>
            </a:fld>
            <a:endParaRPr lang="kn-IN"/>
          </a:p>
        </p:txBody>
      </p:sp>
      <p:sp>
        <p:nvSpPr>
          <p:cNvPr id="5" name="Footer Placeholder 4">
            <a:extLst>
              <a:ext uri="{FF2B5EF4-FFF2-40B4-BE49-F238E27FC236}">
                <a16:creationId xmlns:a16="http://schemas.microsoft.com/office/drawing/2014/main" id="{580AAB6D-B7DF-FA55-1DA6-2E64B2D60B9E}"/>
              </a:ext>
            </a:extLst>
          </p:cNvPr>
          <p:cNvSpPr>
            <a:spLocks noGrp="1"/>
          </p:cNvSpPr>
          <p:nvPr>
            <p:ph type="ftr" sz="quarter" idx="11"/>
          </p:nvPr>
        </p:nvSpPr>
        <p:spPr/>
        <p:txBody>
          <a:bodyPr/>
          <a:lstStyle/>
          <a:p>
            <a:endParaRPr lang="kn-IN"/>
          </a:p>
        </p:txBody>
      </p:sp>
      <p:sp>
        <p:nvSpPr>
          <p:cNvPr id="6" name="Slide Number Placeholder 5">
            <a:extLst>
              <a:ext uri="{FF2B5EF4-FFF2-40B4-BE49-F238E27FC236}">
                <a16:creationId xmlns:a16="http://schemas.microsoft.com/office/drawing/2014/main" id="{FBE8408C-9B70-143D-0CAD-7758D607FA47}"/>
              </a:ext>
            </a:extLst>
          </p:cNvPr>
          <p:cNvSpPr>
            <a:spLocks noGrp="1"/>
          </p:cNvSpPr>
          <p:nvPr>
            <p:ph type="sldNum" sz="quarter" idx="12"/>
          </p:nvPr>
        </p:nvSpPr>
        <p:spPr/>
        <p:txBody>
          <a:bodyPr/>
          <a:lstStyle/>
          <a:p>
            <a:fld id="{D776B124-A243-484B-9B6F-BFEECC3184E3}" type="slidenum">
              <a:rPr lang="kn-IN" smtClean="0"/>
              <a:t>‹#›</a:t>
            </a:fld>
            <a:endParaRPr lang="kn-IN"/>
          </a:p>
        </p:txBody>
      </p:sp>
    </p:spTree>
    <p:extLst>
      <p:ext uri="{BB962C8B-B14F-4D97-AF65-F5344CB8AC3E}">
        <p14:creationId xmlns:p14="http://schemas.microsoft.com/office/powerpoint/2010/main" val="1987255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36271B-71F7-F938-F1C7-5919B686B8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kn-IN"/>
          </a:p>
        </p:txBody>
      </p:sp>
      <p:sp>
        <p:nvSpPr>
          <p:cNvPr id="3" name="Text Placeholder 2">
            <a:extLst>
              <a:ext uri="{FF2B5EF4-FFF2-40B4-BE49-F238E27FC236}">
                <a16:creationId xmlns:a16="http://schemas.microsoft.com/office/drawing/2014/main" id="{774F7C4C-A15D-2759-BE95-B5D3DB563D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kn-IN"/>
          </a:p>
        </p:txBody>
      </p:sp>
      <p:sp>
        <p:nvSpPr>
          <p:cNvPr id="4" name="Date Placeholder 3">
            <a:extLst>
              <a:ext uri="{FF2B5EF4-FFF2-40B4-BE49-F238E27FC236}">
                <a16:creationId xmlns:a16="http://schemas.microsoft.com/office/drawing/2014/main" id="{1CEEA9E0-FB4A-6B1A-322B-B435D55C2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CDD71E-FEE1-4E40-BCB5-C0B3EF1ED007}" type="datetimeFigureOut">
              <a:rPr lang="kn-IN" smtClean="0"/>
              <a:t>20-11-25</a:t>
            </a:fld>
            <a:endParaRPr lang="kn-IN"/>
          </a:p>
        </p:txBody>
      </p:sp>
      <p:sp>
        <p:nvSpPr>
          <p:cNvPr id="5" name="Footer Placeholder 4">
            <a:extLst>
              <a:ext uri="{FF2B5EF4-FFF2-40B4-BE49-F238E27FC236}">
                <a16:creationId xmlns:a16="http://schemas.microsoft.com/office/drawing/2014/main" id="{45588449-1530-B63A-1841-CF8D5AFB18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n-IN"/>
          </a:p>
        </p:txBody>
      </p:sp>
      <p:sp>
        <p:nvSpPr>
          <p:cNvPr id="6" name="Slide Number Placeholder 5">
            <a:extLst>
              <a:ext uri="{FF2B5EF4-FFF2-40B4-BE49-F238E27FC236}">
                <a16:creationId xmlns:a16="http://schemas.microsoft.com/office/drawing/2014/main" id="{85962B75-3187-42BE-55AF-A9C89F60B4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76B124-A243-484B-9B6F-BFEECC3184E3}" type="slidenum">
              <a:rPr lang="kn-IN" smtClean="0"/>
              <a:t>‹#›</a:t>
            </a:fld>
            <a:endParaRPr lang="kn-IN"/>
          </a:p>
        </p:txBody>
      </p:sp>
    </p:spTree>
    <p:extLst>
      <p:ext uri="{BB962C8B-B14F-4D97-AF65-F5344CB8AC3E}">
        <p14:creationId xmlns:p14="http://schemas.microsoft.com/office/powerpoint/2010/main" val="2453128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n-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875D5-88C0-CAD6-A2B9-08DB60C492BB}"/>
              </a:ext>
            </a:extLst>
          </p:cNvPr>
          <p:cNvSpPr>
            <a:spLocks noGrp="1"/>
          </p:cNvSpPr>
          <p:nvPr>
            <p:ph type="ctrTitle"/>
          </p:nvPr>
        </p:nvSpPr>
        <p:spPr>
          <a:xfrm>
            <a:off x="1524000" y="2579914"/>
            <a:ext cx="9144000" cy="2242458"/>
          </a:xfrm>
        </p:spPr>
        <p:txBody>
          <a:bodyPr/>
          <a:lstStyle/>
          <a:p>
            <a:r>
              <a:rPr lang="en-US" b="1" dirty="0"/>
              <a:t>Meta Ad Performance Analysis</a:t>
            </a:r>
            <a:endParaRPr lang="kn-IN" b="1" dirty="0"/>
          </a:p>
        </p:txBody>
      </p:sp>
      <p:sp>
        <p:nvSpPr>
          <p:cNvPr id="3" name="Subtitle 2">
            <a:extLst>
              <a:ext uri="{FF2B5EF4-FFF2-40B4-BE49-F238E27FC236}">
                <a16:creationId xmlns:a16="http://schemas.microsoft.com/office/drawing/2014/main" id="{1981D0B4-E167-83E6-A0D2-21E5C95DAB9A}"/>
              </a:ext>
            </a:extLst>
          </p:cNvPr>
          <p:cNvSpPr>
            <a:spLocks noGrp="1"/>
          </p:cNvSpPr>
          <p:nvPr>
            <p:ph type="subTitle" idx="1"/>
          </p:nvPr>
        </p:nvSpPr>
        <p:spPr>
          <a:xfrm>
            <a:off x="7598229" y="5355771"/>
            <a:ext cx="4016828" cy="947057"/>
          </a:xfrm>
        </p:spPr>
        <p:txBody>
          <a:bodyPr>
            <a:normAutofit/>
          </a:bodyPr>
          <a:lstStyle/>
          <a:p>
            <a:r>
              <a:rPr lang="en-US" dirty="0"/>
              <a:t>Presented by :                  </a:t>
            </a:r>
          </a:p>
          <a:p>
            <a:r>
              <a:rPr lang="en-US" dirty="0"/>
              <a:t>Pavithra B N </a:t>
            </a:r>
          </a:p>
          <a:p>
            <a:endParaRPr lang="en-US" dirty="0"/>
          </a:p>
        </p:txBody>
      </p:sp>
      <p:pic>
        <p:nvPicPr>
          <p:cNvPr id="5" name="Picture 4">
            <a:extLst>
              <a:ext uri="{FF2B5EF4-FFF2-40B4-BE49-F238E27FC236}">
                <a16:creationId xmlns:a16="http://schemas.microsoft.com/office/drawing/2014/main" id="{FE4C78F2-2D0C-BCB4-E01F-1EAB282FAE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0371" y="337457"/>
            <a:ext cx="4049485" cy="2242458"/>
          </a:xfrm>
          <a:prstGeom prst="rect">
            <a:avLst/>
          </a:prstGeom>
        </p:spPr>
      </p:pic>
      <p:sp>
        <p:nvSpPr>
          <p:cNvPr id="6" name="TextBox 5">
            <a:extLst>
              <a:ext uri="{FF2B5EF4-FFF2-40B4-BE49-F238E27FC236}">
                <a16:creationId xmlns:a16="http://schemas.microsoft.com/office/drawing/2014/main" id="{E2CEC9FD-B0E1-B78D-C1D4-BE86DFF077B7}"/>
              </a:ext>
            </a:extLst>
          </p:cNvPr>
          <p:cNvSpPr txBox="1"/>
          <p:nvPr/>
        </p:nvSpPr>
        <p:spPr>
          <a:xfrm>
            <a:off x="952501" y="5257800"/>
            <a:ext cx="3331028" cy="461665"/>
          </a:xfrm>
          <a:prstGeom prst="rect">
            <a:avLst/>
          </a:prstGeom>
          <a:noFill/>
        </p:spPr>
        <p:txBody>
          <a:bodyPr wrap="square" rtlCol="0">
            <a:spAutoFit/>
          </a:bodyPr>
          <a:lstStyle/>
          <a:p>
            <a:r>
              <a:rPr lang="en-US" sz="2400" dirty="0"/>
              <a:t>Under the guidance of :</a:t>
            </a:r>
            <a:endParaRPr lang="kn-IN" sz="2400" dirty="0"/>
          </a:p>
        </p:txBody>
      </p:sp>
      <p:sp>
        <p:nvSpPr>
          <p:cNvPr id="7" name="TextBox 6">
            <a:extLst>
              <a:ext uri="{FF2B5EF4-FFF2-40B4-BE49-F238E27FC236}">
                <a16:creationId xmlns:a16="http://schemas.microsoft.com/office/drawing/2014/main" id="{DB1222A8-E496-D8A9-3376-A94E047890D5}"/>
              </a:ext>
            </a:extLst>
          </p:cNvPr>
          <p:cNvSpPr txBox="1"/>
          <p:nvPr/>
        </p:nvSpPr>
        <p:spPr>
          <a:xfrm>
            <a:off x="1066800" y="5719465"/>
            <a:ext cx="3331028" cy="461665"/>
          </a:xfrm>
          <a:prstGeom prst="rect">
            <a:avLst/>
          </a:prstGeom>
          <a:noFill/>
        </p:spPr>
        <p:txBody>
          <a:bodyPr wrap="square" rtlCol="0">
            <a:spAutoFit/>
          </a:bodyPr>
          <a:lstStyle/>
          <a:p>
            <a:r>
              <a:rPr lang="en-US" sz="2400" dirty="0" err="1"/>
              <a:t>Shamsheera</a:t>
            </a:r>
            <a:r>
              <a:rPr lang="en-US" sz="2400" dirty="0"/>
              <a:t> T</a:t>
            </a:r>
            <a:endParaRPr lang="kn-IN" sz="2400" dirty="0"/>
          </a:p>
        </p:txBody>
      </p:sp>
    </p:spTree>
    <p:extLst>
      <p:ext uri="{BB962C8B-B14F-4D97-AF65-F5344CB8AC3E}">
        <p14:creationId xmlns:p14="http://schemas.microsoft.com/office/powerpoint/2010/main" val="2962723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1DA1-748A-9E44-6ECE-AC7A4318FC10}"/>
              </a:ext>
            </a:extLst>
          </p:cNvPr>
          <p:cNvSpPr>
            <a:spLocks noGrp="1"/>
          </p:cNvSpPr>
          <p:nvPr>
            <p:ph type="title"/>
          </p:nvPr>
        </p:nvSpPr>
        <p:spPr/>
        <p:txBody>
          <a:bodyPr>
            <a:normAutofit/>
          </a:bodyPr>
          <a:lstStyle/>
          <a:p>
            <a:r>
              <a:rPr lang="en-US" sz="2800" b="1" u="sng" dirty="0">
                <a:latin typeface="Times New Roman" panose="02020603050405020304" pitchFamily="18" charset="0"/>
                <a:cs typeface="Times New Roman" panose="02020603050405020304" pitchFamily="18" charset="0"/>
              </a:rPr>
              <a:t>INTRODUCTION</a:t>
            </a:r>
            <a:endParaRPr lang="kn-IN" sz="2800" b="1" u="sng" dirty="0">
              <a:latin typeface="Times New Roman" panose="02020603050405020304" pitchFamily="18" charset="0"/>
            </a:endParaRPr>
          </a:p>
        </p:txBody>
      </p:sp>
      <p:sp>
        <p:nvSpPr>
          <p:cNvPr id="3" name="Content Placeholder 2">
            <a:extLst>
              <a:ext uri="{FF2B5EF4-FFF2-40B4-BE49-F238E27FC236}">
                <a16:creationId xmlns:a16="http://schemas.microsoft.com/office/drawing/2014/main" id="{AD5995D4-2BC4-C5E7-35A6-96835F2642AC}"/>
              </a:ext>
            </a:extLst>
          </p:cNvPr>
          <p:cNvSpPr>
            <a:spLocks noGrp="1"/>
          </p:cNvSpPr>
          <p:nvPr>
            <p:ph idx="1"/>
          </p:nvPr>
        </p:nvSpPr>
        <p:spPr>
          <a:xfrm>
            <a:off x="838200" y="1524000"/>
            <a:ext cx="10515600" cy="4652963"/>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Meta Ad Performance Analysis aims to evaluate how effectively ads perform across Facebook and Instagram platforms. This project analyzes key metrics such as impressions, reach, engagement, and ROI to understand campaign success. By examining trends and audience behavior, it helps identify strengths and performance gaps. The insights derived support better decision-making, optimized targeting, and improved overall advertising outcomes.</a:t>
            </a:r>
            <a:endParaRPr lang="kn-IN" sz="2000" dirty="0">
              <a:latin typeface="Times New Roman" panose="02020603050405020304" pitchFamily="18" charset="0"/>
            </a:endParaRPr>
          </a:p>
        </p:txBody>
      </p:sp>
    </p:spTree>
    <p:extLst>
      <p:ext uri="{BB962C8B-B14F-4D97-AF65-F5344CB8AC3E}">
        <p14:creationId xmlns:p14="http://schemas.microsoft.com/office/powerpoint/2010/main" val="3073754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E6E4B-909A-DE6C-08B8-63383D7954CC}"/>
              </a:ext>
            </a:extLst>
          </p:cNvPr>
          <p:cNvSpPr>
            <a:spLocks noGrp="1"/>
          </p:cNvSpPr>
          <p:nvPr>
            <p:ph type="title"/>
          </p:nvPr>
        </p:nvSpPr>
        <p:spPr>
          <a:xfrm>
            <a:off x="670560" y="415925"/>
            <a:ext cx="10515600" cy="1325563"/>
          </a:xfrm>
        </p:spPr>
        <p:txBody>
          <a:bodyPr>
            <a:normAutofit/>
          </a:bodyPr>
          <a:lstStyle/>
          <a:p>
            <a:r>
              <a:rPr lang="en-US" sz="2800" b="1" u="sng" dirty="0">
                <a:latin typeface="Times New Roman" panose="02020603050405020304" pitchFamily="18" charset="0"/>
                <a:cs typeface="Times New Roman" panose="02020603050405020304" pitchFamily="18" charset="0"/>
              </a:rPr>
              <a:t>PROBLEM  STATEMENT</a:t>
            </a:r>
            <a:br>
              <a:rPr lang="en-US" sz="2800" b="1" u="sng" dirty="0">
                <a:latin typeface="Times New Roman" panose="02020603050405020304" pitchFamily="18" charset="0"/>
                <a:cs typeface="Times New Roman" panose="02020603050405020304" pitchFamily="18" charset="0"/>
              </a:rPr>
            </a:br>
            <a:endParaRPr lang="kn-IN" sz="2800" b="1" dirty="0"/>
          </a:p>
        </p:txBody>
      </p:sp>
      <p:sp>
        <p:nvSpPr>
          <p:cNvPr id="4" name="TextBox 3">
            <a:extLst>
              <a:ext uri="{FF2B5EF4-FFF2-40B4-BE49-F238E27FC236}">
                <a16:creationId xmlns:a16="http://schemas.microsoft.com/office/drawing/2014/main" id="{3648EAF0-1626-951F-840C-3DA22C55A5C9}"/>
              </a:ext>
            </a:extLst>
          </p:cNvPr>
          <p:cNvSpPr txBox="1"/>
          <p:nvPr/>
        </p:nvSpPr>
        <p:spPr>
          <a:xfrm>
            <a:off x="566057" y="1349830"/>
            <a:ext cx="10620103" cy="142199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Marketers lack a clear and unified view of Meta ad performance, resulting in difficulty analyzing engagement, impressions, and </a:t>
            </a:r>
            <a:r>
              <a:rPr lang="en-US" sz="2000">
                <a:latin typeface="Times New Roman" panose="02020603050405020304" pitchFamily="18" charset="0"/>
                <a:cs typeface="Times New Roman" panose="02020603050405020304" pitchFamily="18" charset="0"/>
              </a:rPr>
              <a:t>Return on </a:t>
            </a:r>
            <a:r>
              <a:rPr lang="en-US" sz="2000" dirty="0">
                <a:latin typeface="Times New Roman" panose="02020603050405020304" pitchFamily="18" charset="0"/>
                <a:cs typeface="Times New Roman" panose="02020603050405020304" pitchFamily="18" charset="0"/>
              </a:rPr>
              <a:t>Investment (ROI) effectively. This gap leads to inefficient decision-making and limits optimization of future campaigns.</a:t>
            </a:r>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909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2564A-6DF0-BFA0-C965-03E6D1FD4BB8}"/>
              </a:ext>
            </a:extLst>
          </p:cNvPr>
          <p:cNvSpPr>
            <a:spLocks noGrp="1"/>
          </p:cNvSpPr>
          <p:nvPr>
            <p:ph type="title"/>
          </p:nvPr>
        </p:nvSpPr>
        <p:spPr>
          <a:xfrm>
            <a:off x="838200" y="288122"/>
            <a:ext cx="10515600" cy="704550"/>
          </a:xfrm>
        </p:spPr>
        <p:txBody>
          <a:bodyPr>
            <a:normAutofit/>
          </a:bodyPr>
          <a:lstStyle/>
          <a:p>
            <a:r>
              <a:rPr lang="en-US" sz="2800" b="1" u="sng" dirty="0">
                <a:latin typeface="Times New Roman" panose="02020603050405020304" pitchFamily="18" charset="0"/>
                <a:cs typeface="Times New Roman" panose="02020603050405020304" pitchFamily="18" charset="0"/>
              </a:rPr>
              <a:t>OBJECTIVES</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3A0848-4488-E215-AFF6-7AF856C31CFF}"/>
              </a:ext>
            </a:extLst>
          </p:cNvPr>
          <p:cNvSpPr>
            <a:spLocks noGrp="1"/>
          </p:cNvSpPr>
          <p:nvPr>
            <p:ph idx="1"/>
          </p:nvPr>
        </p:nvSpPr>
        <p:spPr>
          <a:xfrm>
            <a:off x="838200" y="1253331"/>
            <a:ext cx="10515600" cy="847612"/>
          </a:xfrm>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business needs a performance tracking report for advertising campaigns running on </a:t>
            </a:r>
          </a:p>
          <a:p>
            <a:pPr marL="0" indent="0">
              <a:buNone/>
            </a:pPr>
            <a:r>
              <a:rPr lang="en-US" sz="2000" dirty="0">
                <a:latin typeface="Times New Roman" panose="02020603050405020304" pitchFamily="18" charset="0"/>
                <a:cs typeface="Times New Roman" panose="02020603050405020304" pitchFamily="18" charset="0"/>
              </a:rPr>
              <a:t>     Facebook and Instagram.</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FD111A7-DE3A-FB68-075D-2B458F5E057C}"/>
              </a:ext>
            </a:extLst>
          </p:cNvPr>
          <p:cNvSpPr txBox="1"/>
          <p:nvPr/>
        </p:nvSpPr>
        <p:spPr>
          <a:xfrm>
            <a:off x="838200" y="2100943"/>
            <a:ext cx="10406743" cy="97719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report will provide visibility into campaign reach, engagement, conversions, and </a:t>
            </a:r>
          </a:p>
          <a:p>
            <a:pPr>
              <a:lnSpc>
                <a:spcPct val="150000"/>
              </a:lnSpc>
            </a:pPr>
            <a:r>
              <a:rPr lang="en-US" sz="2000" dirty="0">
                <a:latin typeface="Times New Roman" panose="02020603050405020304" pitchFamily="18" charset="0"/>
                <a:cs typeface="Times New Roman" panose="02020603050405020304" pitchFamily="18" charset="0"/>
              </a:rPr>
              <a:t>     budget utilization.</a:t>
            </a:r>
            <a:endParaRPr lang="kn-IN" sz="2000" dirty="0">
              <a:latin typeface="Times New Roman" panose="02020603050405020304" pitchFamily="18" charset="0"/>
            </a:endParaRPr>
          </a:p>
        </p:txBody>
      </p:sp>
      <p:sp>
        <p:nvSpPr>
          <p:cNvPr id="6" name="TextBox 5">
            <a:extLst>
              <a:ext uri="{FF2B5EF4-FFF2-40B4-BE49-F238E27FC236}">
                <a16:creationId xmlns:a16="http://schemas.microsoft.com/office/drawing/2014/main" id="{E2F7E84E-2A8A-80CD-4A1F-D873A263D16E}"/>
              </a:ext>
            </a:extLst>
          </p:cNvPr>
          <p:cNvSpPr txBox="1"/>
          <p:nvPr/>
        </p:nvSpPr>
        <p:spPr>
          <a:xfrm>
            <a:off x="838200" y="2967803"/>
            <a:ext cx="10156371" cy="2477601"/>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will enable the marketing team to:</a:t>
            </a:r>
          </a:p>
          <a:p>
            <a:pPr>
              <a:lnSpc>
                <a:spcPct val="200000"/>
              </a:lnSpc>
            </a:pPr>
            <a:r>
              <a:rPr lang="en-US" sz="2000" dirty="0">
                <a:latin typeface="Times New Roman" panose="02020603050405020304" pitchFamily="18" charset="0"/>
                <a:cs typeface="Times New Roman" panose="02020603050405020304" pitchFamily="18" charset="0"/>
              </a:rPr>
              <a:t>       • Identify the most effective platform (Facebook vs Instagram).</a:t>
            </a:r>
          </a:p>
          <a:p>
            <a:pPr>
              <a:lnSpc>
                <a:spcPct val="200000"/>
              </a:lnSpc>
            </a:pPr>
            <a:r>
              <a:rPr lang="en-US" sz="2000" dirty="0">
                <a:latin typeface="Times New Roman" panose="02020603050405020304" pitchFamily="18" charset="0"/>
                <a:cs typeface="Times New Roman" panose="02020603050405020304" pitchFamily="18" charset="0"/>
              </a:rPr>
              <a:t>       • Track campaign ROI and optimize budget allocation.</a:t>
            </a:r>
          </a:p>
          <a:p>
            <a:pPr>
              <a:lnSpc>
                <a:spcPct val="200000"/>
              </a:lnSpc>
            </a:pPr>
            <a:r>
              <a:rPr lang="en-US" sz="2000" dirty="0">
                <a:latin typeface="Times New Roman" panose="02020603050405020304" pitchFamily="18" charset="0"/>
                <a:cs typeface="Times New Roman" panose="02020603050405020304" pitchFamily="18" charset="0"/>
              </a:rPr>
              <a:t>       • Understand audience engagement patterns.</a:t>
            </a:r>
            <a:endParaRPr lang="kn-IN" sz="2000" dirty="0">
              <a:latin typeface="Times New Roman" panose="02020603050405020304" pitchFamily="18" charset="0"/>
            </a:endParaRPr>
          </a:p>
        </p:txBody>
      </p:sp>
    </p:spTree>
    <p:extLst>
      <p:ext uri="{BB962C8B-B14F-4D97-AF65-F5344CB8AC3E}">
        <p14:creationId xmlns:p14="http://schemas.microsoft.com/office/powerpoint/2010/main" val="1764276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D1C9B-54F5-F8AE-88BD-308AAA35FFB1}"/>
              </a:ext>
            </a:extLst>
          </p:cNvPr>
          <p:cNvSpPr>
            <a:spLocks noGrp="1"/>
          </p:cNvSpPr>
          <p:nvPr>
            <p:ph type="title"/>
          </p:nvPr>
        </p:nvSpPr>
        <p:spPr>
          <a:xfrm>
            <a:off x="609601" y="365125"/>
            <a:ext cx="10744200" cy="843189"/>
          </a:xfrm>
        </p:spPr>
        <p:txBody>
          <a:bodyPr>
            <a:normAutofit/>
          </a:bodyPr>
          <a:lstStyle/>
          <a:p>
            <a:r>
              <a:rPr lang="en-US" sz="2800" b="1" u="sng" dirty="0">
                <a:latin typeface="Times New Roman" panose="02020603050405020304" pitchFamily="18" charset="0"/>
                <a:cs typeface="Times New Roman" panose="02020603050405020304" pitchFamily="18" charset="0"/>
              </a:rPr>
              <a:t>ABOUT THE DATA</a:t>
            </a:r>
            <a:endParaRPr lang="kn-IN" sz="2800" b="1" u="sng" dirty="0">
              <a:latin typeface="Times New Roman" panose="02020603050405020304" pitchFamily="18" charset="0"/>
            </a:endParaRPr>
          </a:p>
        </p:txBody>
      </p:sp>
      <p:sp>
        <p:nvSpPr>
          <p:cNvPr id="3" name="Content Placeholder 2">
            <a:extLst>
              <a:ext uri="{FF2B5EF4-FFF2-40B4-BE49-F238E27FC236}">
                <a16:creationId xmlns:a16="http://schemas.microsoft.com/office/drawing/2014/main" id="{AAF133B9-5C26-B44A-E36F-BB8B75E48AD9}"/>
              </a:ext>
            </a:extLst>
          </p:cNvPr>
          <p:cNvSpPr>
            <a:spLocks noGrp="1"/>
          </p:cNvSpPr>
          <p:nvPr>
            <p:ph idx="1"/>
          </p:nvPr>
        </p:nvSpPr>
        <p:spPr>
          <a:xfrm>
            <a:off x="522514" y="1208314"/>
            <a:ext cx="10831286" cy="4968649"/>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The purpose of the dataset is to analyze advertising performance, optimize targeting, and measure ROI                    (Return on Investment) through KPIs such as:</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Impressions (how often ads are seen)</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Clicks (engagement with ads)</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Purchases (conversions)</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CPM, CPC, CTR (efficiency metrics)</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Audience insights (demographics, location, interests)</a:t>
            </a:r>
          </a:p>
          <a:p>
            <a:pPr marL="0" indent="0">
              <a:lnSpc>
                <a:spcPct val="150000"/>
              </a:lnSpc>
              <a:buNone/>
            </a:pPr>
            <a:r>
              <a:rPr lang="en-US" sz="2000" dirty="0">
                <a:latin typeface="Times New Roman" panose="02020603050405020304" pitchFamily="18" charset="0"/>
                <a:cs typeface="Times New Roman" panose="02020603050405020304" pitchFamily="18" charset="0"/>
              </a:rPr>
              <a:t>This dataset is ideal for building a Power BI Dashboard to evaluate campaign effectiveness, budget utilization, and user engagement pattern.</a:t>
            </a:r>
            <a:endParaRPr lang="kn-IN" sz="2000" dirty="0">
              <a:latin typeface="Times New Roman" panose="02020603050405020304" pitchFamily="18" charset="0"/>
            </a:endParaRPr>
          </a:p>
        </p:txBody>
      </p:sp>
    </p:spTree>
    <p:extLst>
      <p:ext uri="{BB962C8B-B14F-4D97-AF65-F5344CB8AC3E}">
        <p14:creationId xmlns:p14="http://schemas.microsoft.com/office/powerpoint/2010/main" val="3264828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4F55-684A-F09C-68A4-BF875DB830DE}"/>
              </a:ext>
            </a:extLst>
          </p:cNvPr>
          <p:cNvSpPr>
            <a:spLocks noGrp="1"/>
          </p:cNvSpPr>
          <p:nvPr>
            <p:ph type="title"/>
          </p:nvPr>
        </p:nvSpPr>
        <p:spPr>
          <a:xfrm>
            <a:off x="576943" y="365125"/>
            <a:ext cx="10776857" cy="1325563"/>
          </a:xfrm>
        </p:spPr>
        <p:txBody>
          <a:bodyPr>
            <a:normAutofit/>
          </a:bodyPr>
          <a:lstStyle/>
          <a:p>
            <a:r>
              <a:rPr lang="en-US" sz="2800" b="1" u="sng" dirty="0">
                <a:latin typeface="Times New Roman" panose="02020603050405020304" pitchFamily="18" charset="0"/>
                <a:cs typeface="Times New Roman" panose="02020603050405020304" pitchFamily="18" charset="0"/>
              </a:rPr>
              <a:t>CONCLUSION</a:t>
            </a:r>
            <a:endParaRPr lang="kn-IN" sz="2800" b="1" u="sng" dirty="0">
              <a:latin typeface="Times New Roman" panose="02020603050405020304" pitchFamily="18" charset="0"/>
            </a:endParaRPr>
          </a:p>
        </p:txBody>
      </p:sp>
      <p:sp>
        <p:nvSpPr>
          <p:cNvPr id="3" name="Content Placeholder 2">
            <a:extLst>
              <a:ext uri="{FF2B5EF4-FFF2-40B4-BE49-F238E27FC236}">
                <a16:creationId xmlns:a16="http://schemas.microsoft.com/office/drawing/2014/main" id="{F16CBC30-0DCB-5D51-5299-68CC3EAA9D4F}"/>
              </a:ext>
            </a:extLst>
          </p:cNvPr>
          <p:cNvSpPr>
            <a:spLocks noGrp="1"/>
          </p:cNvSpPr>
          <p:nvPr>
            <p:ph idx="1"/>
          </p:nvPr>
        </p:nvSpPr>
        <p:spPr>
          <a:xfrm>
            <a:off x="457200" y="1690688"/>
            <a:ext cx="11277601" cy="4486275"/>
          </a:xfrm>
        </p:spPr>
        <p:txBody>
          <a:bodyPr>
            <a:normAutofit/>
          </a:bodyPr>
          <a:lstStyle/>
          <a:p>
            <a:pPr marL="0" indent="0">
              <a:lnSpc>
                <a:spcPct val="100000"/>
              </a:lnSpc>
              <a:buNone/>
            </a:pPr>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Strong awareness &amp; engagement</a:t>
            </a:r>
            <a:r>
              <a:rPr lang="en-US" sz="2000" dirty="0">
                <a:latin typeface="Times New Roman" panose="02020603050405020304" pitchFamily="18" charset="0"/>
                <a:cs typeface="Times New Roman" panose="02020603050405020304" pitchFamily="18" charset="0"/>
              </a:rPr>
              <a:t>, but</a:t>
            </a:r>
            <a:r>
              <a:rPr lang="en-US" sz="2000" b="1" dirty="0">
                <a:latin typeface="Times New Roman" panose="02020603050405020304" pitchFamily="18" charset="0"/>
                <a:cs typeface="Times New Roman" panose="02020603050405020304" pitchFamily="18" charset="0"/>
              </a:rPr>
              <a:t> low purchase funnel efficiency</a:t>
            </a:r>
            <a:r>
              <a:rPr lang="en-US" sz="2000" dirty="0">
                <a:latin typeface="Times New Roman" panose="02020603050405020304" pitchFamily="18" charset="0"/>
                <a:cs typeface="Times New Roman" panose="02020603050405020304" pitchFamily="18" charset="0"/>
              </a:rPr>
              <a:t> : need better conversion strategy.</a:t>
            </a:r>
          </a:p>
          <a:p>
            <a:pPr marL="0" indent="0">
              <a:lnSpc>
                <a:spcPct val="150000"/>
              </a:lnSpc>
              <a:buNone/>
            </a:pPr>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Target audience</a:t>
            </a:r>
            <a:r>
              <a:rPr lang="en-US" sz="2000" dirty="0">
                <a:latin typeface="Times New Roman" panose="02020603050405020304" pitchFamily="18" charset="0"/>
                <a:cs typeface="Times New Roman" panose="02020603050405020304" pitchFamily="18" charset="0"/>
              </a:rPr>
              <a:t>: Females, 18–30, especially in India &amp; Brazil.</a:t>
            </a:r>
          </a:p>
          <a:p>
            <a:pPr marL="0" indent="0">
              <a:lnSpc>
                <a:spcPct val="150000"/>
              </a:lnSpc>
              <a:buNone/>
            </a:pPr>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Best ad formats</a:t>
            </a:r>
            <a:r>
              <a:rPr lang="en-US" sz="2000" dirty="0">
                <a:latin typeface="Times New Roman" panose="02020603050405020304" pitchFamily="18" charset="0"/>
                <a:cs typeface="Times New Roman" panose="02020603050405020304" pitchFamily="18" charset="0"/>
              </a:rPr>
              <a:t>: Video &gt; Stories &gt; Carousel/Image.</a:t>
            </a:r>
          </a:p>
          <a:p>
            <a:pPr marL="0" indent="0">
              <a:lnSpc>
                <a:spcPct val="150000"/>
              </a:lnSpc>
              <a:buNone/>
            </a:pPr>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Timing</a:t>
            </a:r>
            <a:r>
              <a:rPr lang="en-US" sz="2000" dirty="0">
                <a:latin typeface="Times New Roman" panose="02020603050405020304" pitchFamily="18" charset="0"/>
                <a:cs typeface="Times New Roman" panose="02020603050405020304" pitchFamily="18" charset="0"/>
              </a:rPr>
              <a:t>: Schedule ads in the afternoon &amp; evening slots.</a:t>
            </a:r>
          </a:p>
          <a:p>
            <a:pPr marL="0" indent="0">
              <a:lnSpc>
                <a:spcPct val="150000"/>
              </a:lnSpc>
              <a:buNone/>
            </a:pPr>
            <a:r>
              <a:rPr lang="en-US" sz="2000" dirty="0">
                <a:latin typeface="Times New Roman" panose="02020603050405020304" pitchFamily="18" charset="0"/>
                <a:cs typeface="Times New Roman" panose="02020603050405020304" pitchFamily="18" charset="0"/>
              </a:rPr>
              <a:t>5. </a:t>
            </a:r>
            <a:r>
              <a:rPr lang="en-US" sz="2000" b="1" dirty="0">
                <a:latin typeface="Times New Roman" panose="02020603050405020304" pitchFamily="18" charset="0"/>
                <a:cs typeface="Times New Roman" panose="02020603050405020304" pitchFamily="18" charset="0"/>
              </a:rPr>
              <a:t>Budget Optimization</a:t>
            </a:r>
            <a:r>
              <a:rPr lang="en-US" sz="2000" dirty="0">
                <a:latin typeface="Times New Roman" panose="02020603050405020304" pitchFamily="18" charset="0"/>
                <a:cs typeface="Times New Roman" panose="02020603050405020304" pitchFamily="18" charset="0"/>
              </a:rPr>
              <a:t>: Shift more spend to high-performing geographies and ad formats.</a:t>
            </a:r>
          </a:p>
          <a:p>
            <a:pPr marL="0" indent="0">
              <a:lnSpc>
                <a:spcPct val="150000"/>
              </a:lnSpc>
              <a:buNone/>
            </a:pPr>
            <a:r>
              <a:rPr lang="en-US" sz="2000" dirty="0">
                <a:latin typeface="Times New Roman" panose="02020603050405020304" pitchFamily="18" charset="0"/>
                <a:cs typeface="Times New Roman" panose="02020603050405020304" pitchFamily="18" charset="0"/>
              </a:rPr>
              <a:t>6. </a:t>
            </a:r>
            <a:r>
              <a:rPr lang="en-US" sz="2000" b="1" dirty="0">
                <a:latin typeface="Times New Roman" panose="02020603050405020304" pitchFamily="18" charset="0"/>
                <a:cs typeface="Times New Roman" panose="02020603050405020304" pitchFamily="18" charset="0"/>
              </a:rPr>
              <a:t>Action</a:t>
            </a:r>
            <a:r>
              <a:rPr lang="en-US" sz="2000" dirty="0">
                <a:latin typeface="Times New Roman" panose="02020603050405020304" pitchFamily="18" charset="0"/>
                <a:cs typeface="Times New Roman" panose="02020603050405020304" pitchFamily="18" charset="0"/>
              </a:rPr>
              <a:t>: Improve landing pages, offers, retargeting campaigns to lift purchase rate.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5039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392</Words>
  <Application>Microsoft Office PowerPoint</Application>
  <PresentationFormat>Widescreen</PresentationFormat>
  <Paragraphs>33</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Times New Roman</vt:lpstr>
      <vt:lpstr>Wingdings</vt:lpstr>
      <vt:lpstr>Office Theme</vt:lpstr>
      <vt:lpstr>Meta Ad Performance Analysis</vt:lpstr>
      <vt:lpstr>INTRODUCTION</vt:lpstr>
      <vt:lpstr>PROBLEM  STATEMENT </vt:lpstr>
      <vt:lpstr>OBJECTIVES</vt:lpstr>
      <vt:lpstr>ABOUT THE DATA</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Pavithra B N</dc:creator>
  <cp:lastModifiedBy>Pavithra B N</cp:lastModifiedBy>
  <cp:revision>2</cp:revision>
  <dcterms:created xsi:type="dcterms:W3CDTF">2025-11-19T15:44:09Z</dcterms:created>
  <dcterms:modified xsi:type="dcterms:W3CDTF">2025-11-20T14:28:07Z</dcterms:modified>
</cp:coreProperties>
</file>